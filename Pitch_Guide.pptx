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048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4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90FF"/>
          </a:solidFill>
          <a:ln w="12700">
            <a:solidFill>
              <a:srgbClr val="1B90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320040" cy="5070348"/>
          </a:xfrm>
          <a:prstGeom prst="rect">
            <a:avLst/>
          </a:prstGeom>
          <a:solidFill>
            <a:srgbClr val="002A86"/>
          </a:solidFill>
          <a:ln w="12700">
            <a:solidFill>
              <a:srgbClr val="002A8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Den 10-Minuten-Pitch meistern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94360" y="2697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9D1FF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Ein Leitfaden für euren Pitch &amp; Demo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4434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Intern-Workshop  ·  August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0" y="43891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dirty="0">
                <a:solidFill>
                  <a:srgbClr val="1B90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SAP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90FF"/>
          </a:solidFill>
          <a:ln w="12700">
            <a:solidFill>
              <a:srgbClr val="1B90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Was ist das Ziel eines Pitches?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2860"/>
          </a:xfrm>
          <a:prstGeom prst="rect">
            <a:avLst/>
          </a:prstGeom>
          <a:solidFill>
            <a:srgbClr val="EAECEE"/>
          </a:solidFill>
          <a:ln w="12700">
            <a:solidFill>
              <a:srgbClr val="EAECE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2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D1EFFF"/>
          </a:solidFill>
          <a:ln w="12700">
            <a:solidFill>
              <a:srgbClr val="D1E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1485900" y="1097280"/>
            <a:ext cx="548640" cy="548640"/>
          </a:xfrm>
          <a:prstGeom prst="ellipse">
            <a:avLst/>
          </a:prstGeom>
          <a:solidFill>
            <a:srgbClr val="002A86"/>
          </a:solidFill>
          <a:ln w="12700">
            <a:solidFill>
              <a:srgbClr val="002A8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148590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1792" y="182880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Begeistern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21792" y="2377440"/>
            <a:ext cx="227685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Weckt Interesse für eure Idee – zeigt, welches Problem ihr löst und warum es wichtig ist.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68980" y="9144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D1EFFF"/>
          </a:solidFill>
          <a:ln w="12700">
            <a:solidFill>
              <a:srgbClr val="D1E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Shape 10"/>
          <p:cNvSpPr/>
          <p:nvPr/>
        </p:nvSpPr>
        <p:spPr>
          <a:xfrm>
            <a:off x="4297680" y="1097280"/>
            <a:ext cx="548640" cy="548640"/>
          </a:xfrm>
          <a:prstGeom prst="ellipse">
            <a:avLst/>
          </a:prstGeom>
          <a:solidFill>
            <a:srgbClr val="002A86"/>
          </a:solidFill>
          <a:ln w="12700">
            <a:solidFill>
              <a:srgbClr val="002A8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429768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33572" y="182880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Überzeugen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433572" y="2377440"/>
            <a:ext cx="227685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Belegt, dass euer Ansatz funktioniert – nicht mit Worten, sondern mit einer laufenden Demo.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80760" y="9144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D1EFFF"/>
          </a:solidFill>
          <a:ln w="12700">
            <a:solidFill>
              <a:srgbClr val="D1E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7" name="Shape 15"/>
          <p:cNvSpPr/>
          <p:nvPr/>
        </p:nvSpPr>
        <p:spPr>
          <a:xfrm>
            <a:off x="7109460" y="1097280"/>
            <a:ext cx="548640" cy="548640"/>
          </a:xfrm>
          <a:prstGeom prst="ellipse">
            <a:avLst/>
          </a:prstGeom>
          <a:solidFill>
            <a:srgbClr val="002A86"/>
          </a:solidFill>
          <a:ln w="12700">
            <a:solidFill>
              <a:srgbClr val="002A8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710946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45352" y="182880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Informieren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245352" y="2377440"/>
            <a:ext cx="227685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Erklärt transparent, was gebaut wurde, was Mockup ist und was als nächstes kommt.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90FF"/>
          </a:solidFill>
          <a:ln w="12700">
            <a:solidFill>
              <a:srgbClr val="1B90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Die 5-Phasen-Struktur – euer 10-Minuten-Plan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2860"/>
          </a:xfrm>
          <a:prstGeom prst="rect">
            <a:avLst/>
          </a:prstGeom>
          <a:solidFill>
            <a:srgbClr val="EAECEE"/>
          </a:solidFill>
          <a:ln w="12700">
            <a:solidFill>
              <a:srgbClr val="EAECE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3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444752" cy="640080"/>
          </a:xfrm>
          <a:prstGeom prst="rect">
            <a:avLst/>
          </a:prstGeom>
          <a:solidFill>
            <a:srgbClr val="002A86"/>
          </a:solidFill>
          <a:ln w="12700">
            <a:solidFill>
              <a:srgbClr val="002A8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1444752" cy="1920240"/>
          </a:xfrm>
          <a:prstGeom prst="rect">
            <a:avLst/>
          </a:prstGeom>
          <a:solidFill>
            <a:srgbClr val="EAECEE"/>
          </a:solidFill>
          <a:ln w="12700">
            <a:solidFill>
              <a:srgbClr val="EAECE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530352" y="1755648"/>
            <a:ext cx="12984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Hook &amp;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Problem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" y="2880360"/>
            <a:ext cx="111556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89D1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621792" y="288036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~1 Min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920240" y="2121408"/>
            <a:ext cx="150876" cy="329184"/>
          </a:xfrm>
          <a:prstGeom prst="rightArrow">
            <a:avLst/>
          </a:prstGeom>
          <a:solidFill>
            <a:srgbClr val="1B90FF"/>
          </a:solidFill>
          <a:ln w="12700">
            <a:solidFill>
              <a:srgbClr val="1B90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Shape 11"/>
          <p:cNvSpPr/>
          <p:nvPr/>
        </p:nvSpPr>
        <p:spPr>
          <a:xfrm>
            <a:off x="2080260" y="1005840"/>
            <a:ext cx="1444752" cy="640080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2080260" y="100584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2080260" y="1645920"/>
            <a:ext cx="1444752" cy="1920240"/>
          </a:xfrm>
          <a:prstGeom prst="rect">
            <a:avLst/>
          </a:prstGeom>
          <a:solidFill>
            <a:srgbClr val="EAECEE"/>
          </a:solidFill>
          <a:ln w="12700">
            <a:solidFill>
              <a:srgbClr val="EAECE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2153412" y="1755648"/>
            <a:ext cx="12984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Eure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Lösung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244852" y="2880360"/>
            <a:ext cx="111556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89D1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2244852" y="288036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70F2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~2 Min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543300" y="2121408"/>
            <a:ext cx="150876" cy="329184"/>
          </a:xfrm>
          <a:prstGeom prst="rightArrow">
            <a:avLst/>
          </a:prstGeom>
          <a:solidFill>
            <a:srgbClr val="1B90FF"/>
          </a:solidFill>
          <a:ln w="12700">
            <a:solidFill>
              <a:srgbClr val="1B90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Shape 18"/>
          <p:cNvSpPr/>
          <p:nvPr/>
        </p:nvSpPr>
        <p:spPr>
          <a:xfrm>
            <a:off x="3703320" y="1005840"/>
            <a:ext cx="1444752" cy="640080"/>
          </a:xfrm>
          <a:prstGeom prst="rect">
            <a:avLst/>
          </a:prstGeom>
          <a:solidFill>
            <a:srgbClr val="1B90FF"/>
          </a:solidFill>
          <a:ln w="12700">
            <a:solidFill>
              <a:srgbClr val="1B90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1" name="Text 19"/>
          <p:cNvSpPr/>
          <p:nvPr/>
        </p:nvSpPr>
        <p:spPr>
          <a:xfrm>
            <a:off x="3703320" y="100584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3703320" y="1645920"/>
            <a:ext cx="1444752" cy="1920240"/>
          </a:xfrm>
          <a:prstGeom prst="rect">
            <a:avLst/>
          </a:prstGeom>
          <a:solidFill>
            <a:srgbClr val="EAECEE"/>
          </a:solidFill>
          <a:ln w="12700">
            <a:solidFill>
              <a:srgbClr val="EAECE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3" name="Text 21"/>
          <p:cNvSpPr/>
          <p:nvPr/>
        </p:nvSpPr>
        <p:spPr>
          <a:xfrm>
            <a:off x="3776472" y="1755648"/>
            <a:ext cx="12984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Demo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867912" y="2880360"/>
            <a:ext cx="111556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89D1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5" name="Text 23"/>
          <p:cNvSpPr/>
          <p:nvPr/>
        </p:nvSpPr>
        <p:spPr>
          <a:xfrm>
            <a:off x="3867912" y="288036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90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~4 Min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166360" y="2121408"/>
            <a:ext cx="150876" cy="329184"/>
          </a:xfrm>
          <a:prstGeom prst="rightArrow">
            <a:avLst/>
          </a:prstGeom>
          <a:solidFill>
            <a:srgbClr val="1B90FF"/>
          </a:solidFill>
          <a:ln w="12700">
            <a:solidFill>
              <a:srgbClr val="1B90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7" name="Shape 25"/>
          <p:cNvSpPr/>
          <p:nvPr/>
        </p:nvSpPr>
        <p:spPr>
          <a:xfrm>
            <a:off x="5326380" y="1005840"/>
            <a:ext cx="1444752" cy="640080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8" name="Text 26"/>
          <p:cNvSpPr/>
          <p:nvPr/>
        </p:nvSpPr>
        <p:spPr>
          <a:xfrm>
            <a:off x="5326380" y="100584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04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5326380" y="1645920"/>
            <a:ext cx="1444752" cy="1920240"/>
          </a:xfrm>
          <a:prstGeom prst="rect">
            <a:avLst/>
          </a:prstGeom>
          <a:solidFill>
            <a:srgbClr val="EAECEE"/>
          </a:solidFill>
          <a:ln w="12700">
            <a:solidFill>
              <a:srgbClr val="EAECE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0" name="Text 28"/>
          <p:cNvSpPr/>
          <p:nvPr/>
        </p:nvSpPr>
        <p:spPr>
          <a:xfrm>
            <a:off x="5399532" y="1755648"/>
            <a:ext cx="12984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Scope &amp;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Priorisierung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490972" y="2880360"/>
            <a:ext cx="111556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89D1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2" name="Text 30"/>
          <p:cNvSpPr/>
          <p:nvPr/>
        </p:nvSpPr>
        <p:spPr>
          <a:xfrm>
            <a:off x="5490972" y="288036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70F2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~2 Min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789420" y="2121408"/>
            <a:ext cx="150876" cy="329184"/>
          </a:xfrm>
          <a:prstGeom prst="rightArrow">
            <a:avLst/>
          </a:prstGeom>
          <a:solidFill>
            <a:srgbClr val="1B90FF"/>
          </a:solidFill>
          <a:ln w="12700">
            <a:solidFill>
              <a:srgbClr val="1B90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4" name="Shape 32"/>
          <p:cNvSpPr/>
          <p:nvPr/>
        </p:nvSpPr>
        <p:spPr>
          <a:xfrm>
            <a:off x="6949440" y="1005840"/>
            <a:ext cx="1444752" cy="640080"/>
          </a:xfrm>
          <a:prstGeom prst="rect">
            <a:avLst/>
          </a:prstGeom>
          <a:solidFill>
            <a:srgbClr val="002A86"/>
          </a:solidFill>
          <a:ln w="12700">
            <a:solidFill>
              <a:srgbClr val="002A8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5" name="Text 33"/>
          <p:cNvSpPr/>
          <p:nvPr/>
        </p:nvSpPr>
        <p:spPr>
          <a:xfrm>
            <a:off x="6949440" y="100584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05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6949440" y="1645920"/>
            <a:ext cx="1444752" cy="1920240"/>
          </a:xfrm>
          <a:prstGeom prst="rect">
            <a:avLst/>
          </a:prstGeom>
          <a:solidFill>
            <a:srgbClr val="EAECEE"/>
          </a:solidFill>
          <a:ln w="12700">
            <a:solidFill>
              <a:srgbClr val="EAECE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7" name="Text 35"/>
          <p:cNvSpPr/>
          <p:nvPr/>
        </p:nvSpPr>
        <p:spPr>
          <a:xfrm>
            <a:off x="7022592" y="1755648"/>
            <a:ext cx="12984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Roadmap &amp;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Ausblick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7114032" y="2880360"/>
            <a:ext cx="111556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89D1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9" name="Text 37"/>
          <p:cNvSpPr/>
          <p:nvPr/>
        </p:nvSpPr>
        <p:spPr>
          <a:xfrm>
            <a:off x="7114032" y="288036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~1 Min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Gesamt: 10 Minuten  |  Danach: Fragen &amp; Feedback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002A86"/>
          </a:solidFill>
          <a:ln w="12700">
            <a:solidFill>
              <a:srgbClr val="002A8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Phase 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011680" y="1371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Hook &amp; Problem  –  ~1 Minute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594360"/>
            <a:ext cx="8229600" cy="22860"/>
          </a:xfrm>
          <a:prstGeom prst="rect">
            <a:avLst/>
          </a:prstGeom>
          <a:solidFill>
            <a:srgbClr val="EAECEE"/>
          </a:solidFill>
          <a:ln w="12700">
            <a:solidFill>
              <a:srgbClr val="EAECE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Startet mit einem klaren Problem-Statement, das eure Zuhörer sofort versteht.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114800" cy="2926080"/>
          </a:xfrm>
          <a:prstGeom prst="rect">
            <a:avLst/>
          </a:prstGeom>
          <a:solidFill>
            <a:srgbClr val="D1EFFF"/>
          </a:solidFill>
          <a:ln w="12700">
            <a:solidFill>
              <a:srgbClr val="D1E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640080" y="12984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Was gehört rein?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719072"/>
            <a:ext cx="3749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Wer hat das Problem? (Zielgruppe nennen)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Was ist der Schmerzpunkt? Konkret &amp; greifbar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Warum ist es heute noch ungelöst?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Eine starke Frage oder Zahl als Einstieg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3931920" cy="2926080"/>
          </a:xfrm>
          <a:prstGeom prst="rect">
            <a:avLst/>
          </a:prstGeom>
          <a:solidFill>
            <a:srgbClr val="EAECEE"/>
          </a:solidFill>
          <a:ln w="12700">
            <a:solidFill>
              <a:srgbClr val="EAECE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493776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Beispiel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54880" y="1737360"/>
            <a:ext cx="109728" cy="1463040"/>
          </a:xfrm>
          <a:prstGeom prst="rect">
            <a:avLst/>
          </a:prstGeom>
          <a:solidFill>
            <a:srgbClr val="1B90FF"/>
          </a:solidFill>
          <a:ln w="12700">
            <a:solidFill>
              <a:srgbClr val="1B90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4983480" y="1737360"/>
            <a:ext cx="3520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"Stellt euch vor, ihr bekommt am Monatsende eine Rechnung und wisst nicht mehr, wofür ihr Geld ausgegeben habt. Genau dieses Problem lösen wir."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32918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→ Hook: Eine Zahl, eine Frage oder eine kurze Geschichte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4 / 10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2A86"/>
          </a:solidFill>
          <a:ln w="12700">
            <a:solidFill>
              <a:srgbClr val="002A8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45720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Phase 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11680" y="1371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Eure Lösung  –  ~2 Minuten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8229600" cy="22860"/>
          </a:xfrm>
          <a:prstGeom prst="rect">
            <a:avLst/>
          </a:prstGeom>
          <a:solidFill>
            <a:srgbClr val="EAECEE"/>
          </a:solidFill>
          <a:ln w="12700">
            <a:solidFill>
              <a:srgbClr val="EAECE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Präsentiert euren Lösungsansatz – klar, knapp und ohne technisches Overloading.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2606040" cy="2651760"/>
          </a:xfrm>
          <a:prstGeom prst="rect">
            <a:avLst/>
          </a:prstGeom>
          <a:solidFill>
            <a:srgbClr val="D1EFFF"/>
          </a:solidFill>
          <a:ln w="12700">
            <a:solidFill>
              <a:srgbClr val="D1E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548640" y="1298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66928" y="178308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Problem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rekapitulieren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66928" y="2606040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Ein Satz – warum braucht es diese Lösung?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108960" y="2331720"/>
            <a:ext cx="182880" cy="347472"/>
          </a:xfrm>
          <a:prstGeom prst="rightArrow">
            <a:avLst/>
          </a:prstGeom>
          <a:solidFill>
            <a:srgbClr val="1B90FF"/>
          </a:solidFill>
          <a:ln w="12700">
            <a:solidFill>
              <a:srgbClr val="1B90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Shape 11"/>
          <p:cNvSpPr/>
          <p:nvPr/>
        </p:nvSpPr>
        <p:spPr>
          <a:xfrm>
            <a:off x="3291840" y="1188720"/>
            <a:ext cx="2606040" cy="2651760"/>
          </a:xfrm>
          <a:prstGeom prst="rect">
            <a:avLst/>
          </a:prstGeom>
          <a:solidFill>
            <a:srgbClr val="002A86"/>
          </a:solidFill>
          <a:ln w="12700">
            <a:solidFill>
              <a:srgbClr val="002A8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3383280" y="1298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89D1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401568" y="178308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Produkt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vorstellen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401568" y="2606040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9D1FF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Name, Kernidee, Zielgruppe in 2–3 Sätzen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43600" y="2331720"/>
            <a:ext cx="182880" cy="347472"/>
          </a:xfrm>
          <a:prstGeom prst="rightArrow">
            <a:avLst/>
          </a:prstGeom>
          <a:solidFill>
            <a:srgbClr val="1B90FF"/>
          </a:solidFill>
          <a:ln w="12700">
            <a:solidFill>
              <a:srgbClr val="1B90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8" name="Shape 16"/>
          <p:cNvSpPr/>
          <p:nvPr/>
        </p:nvSpPr>
        <p:spPr>
          <a:xfrm>
            <a:off x="6126480" y="1188720"/>
            <a:ext cx="2606040" cy="2651760"/>
          </a:xfrm>
          <a:prstGeom prst="rect">
            <a:avLst/>
          </a:prstGeom>
          <a:solidFill>
            <a:srgbClr val="D1EFFF"/>
          </a:solidFill>
          <a:ln w="12700">
            <a:solidFill>
              <a:srgbClr val="D1E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Text 17"/>
          <p:cNvSpPr/>
          <p:nvPr/>
        </p:nvSpPr>
        <p:spPr>
          <a:xfrm>
            <a:off x="6217920" y="1298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36208" y="178308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Kernfeature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benennen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236208" y="2606040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Was ist das Eine, das euer Tool ausmacht?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solidFill>
            <a:srgbClr val="EAECEE"/>
          </a:solidFill>
          <a:ln w="12700">
            <a:solidFill>
              <a:srgbClr val="EAECE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3" name="Text 21"/>
          <p:cNvSpPr/>
          <p:nvPr/>
        </p:nvSpPr>
        <p:spPr>
          <a:xfrm>
            <a:off x="640080" y="39776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Tipp:</a:t>
            </a:r>
            <a:r>
              <a:rPr lang="en-US" sz="14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  Kein Tech-Stack, keine Architektur – das interessiert jetzt niemanden. Bleibt beim Nutzen.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90FF"/>
          </a:solidFill>
          <a:ln w="12700">
            <a:solidFill>
              <a:srgbClr val="1B90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45720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1B90FF"/>
          </a:solidFill>
          <a:ln w="12700">
            <a:solidFill>
              <a:srgbClr val="1B90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Phase 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11680" y="1371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Demo  –  ~4 Minuten  (Das Herzstück!)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8229600" cy="22860"/>
          </a:xfrm>
          <a:prstGeom prst="rect">
            <a:avLst/>
          </a:prstGeom>
          <a:solidFill>
            <a:srgbClr val="EAECEE"/>
          </a:solidFill>
          <a:ln w="12700">
            <a:solidFill>
              <a:srgbClr val="EAECE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Die Demo ist der wichtigste Teil. Zeigt den Kernworkflow – live und klickbar.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3840480" cy="2926080"/>
          </a:xfrm>
          <a:prstGeom prst="rect">
            <a:avLst/>
          </a:prstGeom>
          <a:solidFill>
            <a:srgbClr val="D1EFFF"/>
          </a:solidFill>
          <a:ln w="12700">
            <a:solidFill>
              <a:srgbClr val="D1E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640080" y="12984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So läuft eine gute Demo ab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Einen User-Flow zeigen, nicht alle Features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Moderiert: "Ich klicke jetzt auf..." erklären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Prototype stabil vorbereiten – kein Live-Debugging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Erzählt eine kleine Geschichte beim Klicken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Maximal 1–2 Kernscreens in der Tiefe zeigen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0" y="1188720"/>
            <a:ext cx="4114800" cy="1371600"/>
          </a:xfrm>
          <a:prstGeom prst="rect">
            <a:avLst/>
          </a:prstGeom>
          <a:solidFill>
            <a:srgbClr val="002A86"/>
          </a:solidFill>
          <a:ln w="12700">
            <a:solidFill>
              <a:srgbClr val="002A8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4754880" y="12984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9D1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Was tun, wenn etwas nicht klappt?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54880" y="169164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Screenshots als Backup bereithalten.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Ruhe bewahren – kurz erklären, weiter zeigen.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Nicht entschuldigen, Lösung präsentieren.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2697480"/>
            <a:ext cx="4114800" cy="1417320"/>
          </a:xfrm>
          <a:prstGeom prst="rect">
            <a:avLst/>
          </a:prstGeom>
          <a:solidFill>
            <a:srgbClr val="EAECEE"/>
          </a:solidFill>
          <a:ln w="12700">
            <a:solidFill>
              <a:srgbClr val="EAECE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4754880" y="28072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Demo-Geschichte für euer Tool: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54880" y="3200400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"Max, 24 Jahre, will seine monatlichen Ausgaben verstehen. Er öffnet das Tool, gibt seine Kategorien ein und sieht sofort, wo er Geld sparen kann."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45720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Phase 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11680" y="1371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Scope &amp; Priorisierung  –  ~2 Minuten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8229600" cy="22860"/>
          </a:xfrm>
          <a:prstGeom prst="rect">
            <a:avLst/>
          </a:prstGeom>
          <a:solidFill>
            <a:srgbClr val="EAECEE"/>
          </a:solidFill>
          <a:ln w="12700">
            <a:solidFill>
              <a:srgbClr val="EAECE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Seid ehrlich und transparent: Was habt ihr wirklich gebaut – und was nicht?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2606040" cy="594360"/>
          </a:xfrm>
          <a:prstGeom prst="rect">
            <a:avLst/>
          </a:prstGeom>
          <a:solidFill>
            <a:srgbClr val="1B90FF"/>
          </a:solidFill>
          <a:ln w="12700">
            <a:solidFill>
              <a:srgbClr val="1B90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530352" y="1188720"/>
            <a:ext cx="24597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Umgesetzt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im Prototype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2606040" cy="1965960"/>
          </a:xfrm>
          <a:prstGeom prst="rect">
            <a:avLst/>
          </a:prstGeom>
          <a:solidFill>
            <a:srgbClr val="D1EFFF"/>
          </a:solidFill>
          <a:ln w="12700">
            <a:solidFill>
              <a:srgbClr val="D1E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585216" y="1901952"/>
            <a:ext cx="235000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Funktionierender Kernworkflow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Klickbare Navigation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Dateneingabe &amp; Anzeige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2606040" cy="640080"/>
          </a:xfrm>
          <a:prstGeom prst="rect">
            <a:avLst/>
          </a:prstGeom>
          <a:solidFill>
            <a:srgbClr val="EAECEE"/>
          </a:solidFill>
          <a:ln w="12700">
            <a:solidFill>
              <a:srgbClr val="EAECE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548640" y="37490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Läuft stabil, kann live gezeigt werden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68980" y="1188720"/>
            <a:ext cx="2606040" cy="594360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3342132" y="1188720"/>
            <a:ext cx="24597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Nur als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Mockup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268980" y="1783080"/>
            <a:ext cx="2606040" cy="1965960"/>
          </a:xfrm>
          <a:prstGeom prst="rect">
            <a:avLst/>
          </a:prstGeom>
          <a:solidFill>
            <a:srgbClr val="D1EFFF"/>
          </a:solidFill>
          <a:ln w="12700">
            <a:solidFill>
              <a:srgbClr val="D1E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7" name="Text 15"/>
          <p:cNvSpPr/>
          <p:nvPr/>
        </p:nvSpPr>
        <p:spPr>
          <a:xfrm>
            <a:off x="3396996" y="1901952"/>
            <a:ext cx="235000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Diagramm-Ansichten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Export-Funktion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Benachrichtigungen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268980" y="3749040"/>
            <a:ext cx="2606040" cy="640080"/>
          </a:xfrm>
          <a:prstGeom prst="rect">
            <a:avLst/>
          </a:prstGeom>
          <a:solidFill>
            <a:srgbClr val="EAECEE"/>
          </a:solidFill>
          <a:ln w="12700">
            <a:solidFill>
              <a:srgbClr val="EAECE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Text 17"/>
          <p:cNvSpPr/>
          <p:nvPr/>
        </p:nvSpPr>
        <p:spPr>
          <a:xfrm>
            <a:off x="3360420" y="37490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Sieht aus wie fertig – ist es nicht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80760" y="1188720"/>
            <a:ext cx="2606040" cy="594360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1" name="Text 19"/>
          <p:cNvSpPr/>
          <p:nvPr/>
        </p:nvSpPr>
        <p:spPr>
          <a:xfrm>
            <a:off x="6153912" y="1188720"/>
            <a:ext cx="24597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Noch nicht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umgesetzt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080760" y="1783080"/>
            <a:ext cx="2606040" cy="1965960"/>
          </a:xfrm>
          <a:prstGeom prst="rect">
            <a:avLst/>
          </a:prstGeom>
          <a:solidFill>
            <a:srgbClr val="D1EFFF"/>
          </a:solidFill>
          <a:ln w="12700">
            <a:solidFill>
              <a:srgbClr val="D1E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3" name="Text 21"/>
          <p:cNvSpPr/>
          <p:nvPr/>
        </p:nvSpPr>
        <p:spPr>
          <a:xfrm>
            <a:off x="6208776" y="1901952"/>
            <a:ext cx="235000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Nutzer-Authentifizierung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Datenbank-Anbindung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Mobile-Ansicht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080760" y="3749040"/>
            <a:ext cx="2606040" cy="640080"/>
          </a:xfrm>
          <a:prstGeom prst="rect">
            <a:avLst/>
          </a:prstGeom>
          <a:solidFill>
            <a:srgbClr val="EAECEE"/>
          </a:solidFill>
          <a:ln w="12700">
            <a:solidFill>
              <a:srgbClr val="EAECE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5" name="Text 23"/>
          <p:cNvSpPr/>
          <p:nvPr/>
        </p:nvSpPr>
        <p:spPr>
          <a:xfrm>
            <a:off x="6172200" y="37490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Bewusst deprioritisiert – begründen!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Priorisierungsbegründung: "Wir haben uns auf Feature X fokussiert, weil es den höchsten Nutzernutzen bietet."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2A86"/>
          </a:solidFill>
          <a:ln w="12700">
            <a:solidFill>
              <a:srgbClr val="002A8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45720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002A86"/>
          </a:solidFill>
          <a:ln w="12700">
            <a:solidFill>
              <a:srgbClr val="002A8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Phase 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11680" y="1371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Roadmap &amp; Ausblick  –  ~1 Minute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8229600" cy="22860"/>
          </a:xfrm>
          <a:prstGeom prst="rect">
            <a:avLst/>
          </a:prstGeom>
          <a:solidFill>
            <a:srgbClr val="EAECEE"/>
          </a:solidFill>
          <a:ln w="12700">
            <a:solidFill>
              <a:srgbClr val="EAECE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Blickt kurz in die Zukunft – was wäre der nächste Sprint-Fokus?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8229600" cy="73152"/>
          </a:xfrm>
          <a:prstGeom prst="rect">
            <a:avLst/>
          </a:prstGeom>
          <a:solidFill>
            <a:srgbClr val="89D1FF"/>
          </a:solidFill>
          <a:ln w="12700">
            <a:solidFill>
              <a:srgbClr val="89D1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Shape 7"/>
          <p:cNvSpPr/>
          <p:nvPr/>
        </p:nvSpPr>
        <p:spPr>
          <a:xfrm>
            <a:off x="1549908" y="1298448"/>
            <a:ext cx="329184" cy="329184"/>
          </a:xfrm>
          <a:prstGeom prst="ellipse">
            <a:avLst/>
          </a:prstGeom>
          <a:solidFill>
            <a:srgbClr val="1B90FF"/>
          </a:solidFill>
          <a:ln w="12700">
            <a:solidFill>
              <a:srgbClr val="002A8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457200" y="159105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B90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Jetzt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B90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(MVP)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2514600" cy="1417320"/>
          </a:xfrm>
          <a:prstGeom prst="rect">
            <a:avLst/>
          </a:prstGeom>
          <a:solidFill>
            <a:srgbClr val="D1EFFF"/>
          </a:solidFill>
          <a:ln w="12700">
            <a:solidFill>
              <a:srgbClr val="1B90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585216" y="2286000"/>
            <a:ext cx="225856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Kernworkflow live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Grundlegende Dateneingabe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Kategorisierung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84548" y="1298448"/>
            <a:ext cx="329184" cy="329184"/>
          </a:xfrm>
          <a:prstGeom prst="ellipse">
            <a:avLst/>
          </a:prstGeom>
          <a:solidFill>
            <a:srgbClr val="89D1FF"/>
          </a:solidFill>
          <a:ln w="12700">
            <a:solidFill>
              <a:srgbClr val="89D1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3291840" y="159105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Sprint 2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291840" y="2148840"/>
            <a:ext cx="2514600" cy="1417320"/>
          </a:xfrm>
          <a:prstGeom prst="rect">
            <a:avLst/>
          </a:prstGeom>
          <a:solidFill>
            <a:srgbClr val="EAECEE"/>
          </a:solidFill>
          <a:ln w="12700">
            <a:solidFill>
              <a:srgbClr val="EAECE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3419856" y="2286000"/>
            <a:ext cx="225856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Daten-Visualisierung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Nutzer-Authentifizierung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Mobile-Ansicht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219188" y="1298448"/>
            <a:ext cx="329184" cy="329184"/>
          </a:xfrm>
          <a:prstGeom prst="ellipse">
            <a:avLst/>
          </a:prstGeom>
          <a:solidFill>
            <a:srgbClr val="89D1FF"/>
          </a:solidFill>
          <a:ln w="12700">
            <a:solidFill>
              <a:srgbClr val="89D1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6126480" y="159105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Sprint 3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126480" y="2148840"/>
            <a:ext cx="2514600" cy="1417320"/>
          </a:xfrm>
          <a:prstGeom prst="rect">
            <a:avLst/>
          </a:prstGeom>
          <a:solidFill>
            <a:srgbClr val="EAECEE"/>
          </a:solidFill>
          <a:ln w="12700">
            <a:solidFill>
              <a:srgbClr val="EAECE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Text 18"/>
          <p:cNvSpPr/>
          <p:nvPr/>
        </p:nvSpPr>
        <p:spPr>
          <a:xfrm>
            <a:off x="6254496" y="2286000"/>
            <a:ext cx="225856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Export &amp; Reports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Bank-Integration (API)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Push-Benachrichtigungen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434840"/>
            <a:ext cx="8229600" cy="384048"/>
          </a:xfrm>
          <a:prstGeom prst="rect">
            <a:avLst/>
          </a:prstGeom>
          <a:solidFill>
            <a:srgbClr val="EAECEE"/>
          </a:solidFill>
          <a:ln w="12700">
            <a:solidFill>
              <a:srgbClr val="EAECE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2" name="Text 20"/>
          <p:cNvSpPr/>
          <p:nvPr/>
        </p:nvSpPr>
        <p:spPr>
          <a:xfrm>
            <a:off x="640080" y="4434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2A8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Abschluss: "Wir freuen uns auf euer Feedback und eure Fragen." → Aktiv einladen, nicht einfach enden.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90FF"/>
          </a:solidFill>
          <a:ln w="12700">
            <a:solidFill>
              <a:srgbClr val="1B90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Dos &amp; Don'ts – Häufige Pitfalls vermeiden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2860"/>
          </a:xfrm>
          <a:prstGeom prst="rect">
            <a:avLst/>
          </a:prstGeom>
          <a:solidFill>
            <a:srgbClr val="EAECEE"/>
          </a:solidFill>
          <a:ln w="12700">
            <a:solidFill>
              <a:srgbClr val="EAECE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9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3840480" cy="438912"/>
          </a:xfrm>
          <a:prstGeom prst="rect">
            <a:avLst/>
          </a:prstGeom>
          <a:solidFill>
            <a:srgbClr val="1B90FF"/>
          </a:solidFill>
          <a:ln w="12700">
            <a:solidFill>
              <a:srgbClr val="1B90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DO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1307592"/>
            <a:ext cx="3840480" cy="3493008"/>
          </a:xfrm>
          <a:prstGeom prst="rect">
            <a:avLst/>
          </a:prstGeom>
          <a:solidFill>
            <a:srgbClr val="D1EFFF"/>
          </a:solidFill>
          <a:ln w="12700">
            <a:solidFill>
              <a:srgbClr val="D1E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640080" y="141732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Übt den Pitch mindestens einmal durch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Zeigt nur stabile, funktionierende Features live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Sprecht die Zielgruppe an, nicht die Technik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Erklärt eure Entscheidungen ("Wir haben X gewählt, weil...")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Haltet den Blickkontakt – nicht auf den Screen starren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Klare Übergaben: wer spricht wann?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868680"/>
            <a:ext cx="3840480" cy="438912"/>
          </a:xfrm>
          <a:prstGeom prst="rect">
            <a:avLst/>
          </a:prstGeom>
          <a:solidFill>
            <a:srgbClr val="002A86"/>
          </a:solidFill>
          <a:ln w="12700">
            <a:solidFill>
              <a:srgbClr val="002A8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4846320" y="86868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DON'T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846320" y="1307592"/>
            <a:ext cx="3840480" cy="3493008"/>
          </a:xfrm>
          <a:prstGeom prst="rect">
            <a:avLst/>
          </a:prstGeom>
          <a:solidFill>
            <a:srgbClr val="EAECEE"/>
          </a:solidFill>
          <a:ln w="12700">
            <a:solidFill>
              <a:srgbClr val="EAECE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5029200" y="141732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Alle Features zeigen wollen – Fokus ist alles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Entschuldigungen: "Das ist noch nicht fertig..."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Tech-Stack erklären (niemanden interessiert's jetzt)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Slides überfüllen – weniger ist mehr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Ohne Zeitplan pitchen – plant 10 Min. ein, nicht 15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Demo starten ohne Backup-Screenshots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14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90FF"/>
          </a:solidFill>
          <a:ln w="12700">
            <a:solidFill>
              <a:srgbClr val="1B90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320040" cy="5070348"/>
          </a:xfrm>
          <a:prstGeom prst="rect">
            <a:avLst/>
          </a:prstGeom>
          <a:solidFill>
            <a:srgbClr val="002A86"/>
          </a:solidFill>
          <a:ln w="12700">
            <a:solidFill>
              <a:srgbClr val="002A8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59436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Jetzt seid ihr dran.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94360" y="2331720"/>
            <a:ext cx="4572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89D1FF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Hook &amp; Problem  (~1 Min)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89D1FF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Eure Lösung       (~2 Min)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89D1FF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Demo                  (~4 Min)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89D1FF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Scope &amp; Prio       (~2 Min)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89D1FF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Roadmap            (~1 Min)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0" y="219456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002A86"/>
          </a:solidFill>
          <a:ln w="12700">
            <a:solidFill>
              <a:srgbClr val="1B90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5486400" y="22402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1B90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10 Minuten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0" y="2834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Viel Erfolg!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0" y="43891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dirty="0">
                <a:solidFill>
                  <a:srgbClr val="1B90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SAP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755</Words>
  <Application>Microsoft Macintosh PowerPoint</Application>
  <PresentationFormat>On-screen Show (16:9)</PresentationFormat>
  <Paragraphs>158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72 Brand</vt:lpstr>
      <vt:lpstr>72 Brand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 10-Minuten-Pitch meistern</dc:title>
  <dc:subject>PptxGenJS Presentation</dc:subject>
  <dc:creator>EKX</dc:creator>
  <cp:lastModifiedBy>Moeckel, Ben</cp:lastModifiedBy>
  <cp:revision>1</cp:revision>
  <dcterms:created xsi:type="dcterms:W3CDTF">2026-08-13T06:06:46Z</dcterms:created>
  <dcterms:modified xsi:type="dcterms:W3CDTF">2026-08-13T08:04:04Z</dcterms:modified>
</cp:coreProperties>
</file>